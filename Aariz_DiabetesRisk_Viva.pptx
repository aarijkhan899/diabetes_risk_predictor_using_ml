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DISSERTATION  ·  CN7000  ·  VIVA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DiabetesRisk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decision-support pipeline for early diabetes risk screening,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Pima Indians dataset and a containerised Flask + Rails stack.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274320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Aariz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Student ID  U2871441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Big Data Technologies   ·   University of East London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370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Dr Mohamed Chahine Ghanem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early screening, and why this project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diabetes is one of the most under-diagnosed chronic conditions in primary care. By the time a patient presents with symptoms, the disease has often been progressing for years. Lightweight risk-stratification tools that work from a small set of routine measurements can flag candidates for an HbA1c or fasting-glucose test before symptoms appear.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 of this dissertation is not to replace clinicians. It is to build, validate and deploy a small, transparent system that takes eight everyday measurements, returns a calibrated probability, and shows the doctor which features pushed the prediction.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1691640"/>
            <a:ext cx="292608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691640"/>
            <a:ext cx="54864" cy="822960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18013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18013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inputs per patient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2606040"/>
            <a:ext cx="292608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2606040"/>
            <a:ext cx="54864" cy="822960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27157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&lt;300ms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0" y="27157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prediction latency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15000" y="3520440"/>
            <a:ext cx="292608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3520440"/>
            <a:ext cx="54864" cy="822960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36301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36301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explanations returned with every call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Pima Indians dataset, cleaned honestly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Database (UCI, id=34). 768 records of adult females ≥ 21 years of Pima heritage. Eight clinical features and a binary outcome.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(raw)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3657600" cy="201168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Non-diabetic   500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1960474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46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  268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 rebalancing → 800 / 800 in the training partition.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1783080"/>
            <a:ext cx="274320" cy="274320"/>
          </a:xfrm>
          <a:prstGeom prst="ellipse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74650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clinically impossible zeros (Glucose, BP, Skin, Insulin, BMI) with column medians.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features carried 0-values that cannot exist in vivo; treating them as missing prevents the model from learning nonsense.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496312"/>
            <a:ext cx="274320" cy="274320"/>
          </a:xfrm>
          <a:prstGeom prst="ellipse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45973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all eight features.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unit-variance scaling so distance-based and gradient methods compete fairly.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209544"/>
            <a:ext cx="274320" cy="274320"/>
          </a:xfrm>
          <a:prstGeom prst="ellipse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31729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on the training set only.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samples; the holdout is left untouched so test metrics stay honest.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922776"/>
            <a:ext cx="274320" cy="274320"/>
          </a:xfrm>
          <a:prstGeom prst="ellipse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886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 / 20 train–test split, fixed random_state=42.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holdout. Class proportions preserved on both sides.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services, one Docker network</a:t>
            </a:r>
            <a:endParaRPr lang="en-US" sz="2400" dirty="0"/>
          </a:p>
        </p:txBody>
      </p:sp>
      <p:pic>
        <p:nvPicPr>
          <p:cNvPr id="7" name="Image 0" descr="/sessions/eloquent-blissful-hawking/mnt/Aariz/evidence/diagrams/fig_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76072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3159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Service-level view: browser → Rails (3000) → Flask (5001) → joblib model.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4652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46520" y="1783080"/>
            <a:ext cx="640080" cy="201168"/>
          </a:xfrm>
          <a:prstGeom prst="rect">
            <a:avLst/>
          </a:prstGeom>
          <a:solidFill>
            <a:srgbClr val="1B2D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78040" y="1746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7 (Ruby)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46520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validation, HTTParty client, result view.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46520" y="2441448"/>
            <a:ext cx="640080" cy="201168"/>
          </a:xfrm>
          <a:prstGeom prst="rect">
            <a:avLst/>
          </a:prstGeom>
          <a:solidFill>
            <a:srgbClr val="1B2D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17804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Gunicorn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46520" y="2697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/predict, /health, /model_info — JSON in, JSON out.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46520" y="3099816"/>
            <a:ext cx="640080" cy="201168"/>
          </a:xfrm>
          <a:prstGeom prst="rect">
            <a:avLst/>
          </a:prstGeom>
          <a:solidFill>
            <a:srgbClr val="1B2D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17804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XGBoost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46520" y="33558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joblib-serialised model, StandardScaler, SHAP explainer.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46520" y="3758184"/>
            <a:ext cx="640080" cy="201168"/>
          </a:xfrm>
          <a:prstGeom prst="rect">
            <a:avLst/>
          </a:prstGeom>
          <a:solidFill>
            <a:srgbClr val="1B2D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178040" y="3721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46520" y="40142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images, one network, one command.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candidates, one consistent yardstick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fitted with GridSearchCV on a stratified 5-fold split, scored on AUC-ROC, then refitted on the full training set. The same pre-processing pipeline is applied identically to all five so the comparison is fair.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03580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(baseline, L2)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(n_estimators ∈ {100, 200}, depth ∈ {–, 8, 12})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(lr ∈ {0.05, 0.1}, depth ∈ {4, 6}, n ∈ {100, 200})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(matched grid)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  (C ∈ {0.5, 1, 2}, γ ∈ {scale, auto})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32120" y="1508760"/>
            <a:ext cx="310896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GATES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1500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thresholds the model had to clear: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1500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0.85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948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0.80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0.78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0.90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tested on the same holdout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0292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77240"/>
                <a:gridCol w="868680"/>
                <a:gridCol w="82296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 (selected)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7033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was selected as the deployment model: it cleared every dissertation gate on the training set, retains a strong holdout AUC, and has stable SHAP support out of the box. LightGBM scored marginally higher on test AUC but the gap is within fold-to-fold noise.</a:t>
            </a:r>
            <a:endParaRPr lang="en-US" sz="1050" dirty="0"/>
          </a:p>
        </p:txBody>
      </p:sp>
      <p:pic>
        <p:nvPicPr>
          <p:cNvPr id="9" name="Image 0" descr="/sessions/eloquent-blissful-hawking/mnt/Aariz/evidence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554480"/>
            <a:ext cx="3017520" cy="1490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30723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AUC across the five candidates.</a:t>
            </a:r>
            <a:endParaRPr lang="en-US" sz="850" dirty="0"/>
          </a:p>
        </p:txBody>
      </p:sp>
      <p:pic>
        <p:nvPicPr>
          <p:cNvPr id="11" name="Image 1" descr="/sessions/eloquent-blissful-hawking/mnt/Aariz/evidence/cross_validation_sc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383280"/>
            <a:ext cx="3017520" cy="1280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23560" y="46634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CV: 0.805 ± 0.034.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— XGBOOST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deployed model actually does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94767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1463040"/>
            <a:ext cx="194767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48132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78608" y="18745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1463040"/>
            <a:ext cx="194767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48132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54296" y="18745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9984" y="1463040"/>
            <a:ext cx="194767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148132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9984" y="18745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000" dirty="0"/>
          </a:p>
        </p:txBody>
      </p:sp>
      <p:pic>
        <p:nvPicPr>
          <p:cNvPr id="19" name="Image 0" descr="/sessions/eloquent-blissful-hawking/mnt/Aariz/evidence/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31720"/>
            <a:ext cx="3383280" cy="18745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4224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— holdout AUC 0.807.</a:t>
            </a:r>
            <a:endParaRPr lang="en-US" sz="900" dirty="0"/>
          </a:p>
        </p:txBody>
      </p:sp>
      <p:pic>
        <p:nvPicPr>
          <p:cNvPr id="21" name="Image 1" descr="/sessions/eloquent-blissful-hawking/mnt/Aariz/evidence/confusion_matrix_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331720"/>
            <a:ext cx="2468880" cy="18745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69080" y="4224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confusion matrix.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720840" y="2331720"/>
            <a:ext cx="1920240" cy="1874520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12280" y="2423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812280" y="267004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02920" y="44348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metrics on the SMOTE-balanced training set (per the registered protocol); test metrics on the untouched 20 % holdout.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GUARDRAILS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prediction comes with its reasons</a:t>
            </a:r>
            <a:endParaRPr lang="en-US" sz="2400" dirty="0"/>
          </a:p>
        </p:txBody>
      </p:sp>
      <p:pic>
        <p:nvPicPr>
          <p:cNvPr id="7" name="Image 0" descr="/sessions/eloquent-blissful-hawking/mnt/Aariz/evidence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023360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758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— Glucose, BMI and Age dominate.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3950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4160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/predict endpoint also returns SHAP values for the patient's row, so the clinician sees which inputs pushed the score up or down.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3886200" cy="3291840"/>
          </a:xfrm>
          <a:prstGeom prst="rect">
            <a:avLst/>
          </a:prstGeom>
          <a:solidFill>
            <a:srgbClr val="0F1B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508760"/>
            <a:ext cx="73152" cy="329184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GUARDRAILS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83480" y="19659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Decision support, not a diagnosis.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output is a probability and a SHAP explanation. The label "Diabetic" / "Non-diabetic" is informational; only a clinician can diagnose.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Population scope is limited.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training data covers adult Pima women aged ≥ 21. Predictions on men, children, or other ethnicities are out-of-distribution.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Confidence-tiered guidance text.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API softens its language below 70 % confidence and always recommends fasting glucose / HbA1c follow-up rather than a treatment plan.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indent="0" marL="0">
              <a:buNone/>
            </a:pPr>
            <a:r>
              <a:rPr lang="en-US" sz="95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DiabetesRisk AI · MSc Big Data Technologies · UEL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9552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and what comes next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demographic.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rows, all adult Pima females — generalisation to men or other ethnicities is unproven.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871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gap.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drops from 0.997 (resampled train) to 0.807 (holdout). Some of this is SMOTE optimism.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1455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holdout.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154 patients in the test fold; recall on the diabetic class swings ±0.07 between folds.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8039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dataset.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 cohort; the deployed model has never seen non-Pima data.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892808"/>
            <a:ext cx="109728" cy="109728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8288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on NHANES or a regional UK primary-care extract before any clinical pilot.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551176"/>
            <a:ext cx="109728" cy="109728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48716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layer.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Platt or isotonic calibration so the returned probability matches observed rates.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9544"/>
            <a:ext cx="109728" cy="109728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14553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one-shot form to a longitudinal record — last HbA1c, weight trajectory, family history.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867912"/>
            <a:ext cx="109728" cy="109728"/>
          </a:xfrm>
          <a:prstGeom prst="rect">
            <a:avLst/>
          </a:prstGeom>
          <a:solidFill>
            <a:srgbClr val="1B2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80390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prediction with the model hash and SHAP vector for clinical accountability.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1554480"/>
            <a:ext cx="0" cy="30175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I would like the panel to take away.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end-to-end.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UCI raw data to a Dockerised Rails + Flask service, every stage is reproducible from a single git clone.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36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1363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honest about its limits.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numbers are reported alongside training-set ones. The model is gated by a fallback chain and a clinical disclaimer.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496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84962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to be explained.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returns SHAP attributions next to the probability, so the clinician never has to trust a black box.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78638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365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Aariz   ·   U2871441   ·   Supervisor: Dr Mohamed Chahine Ghanem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47365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→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DiabetesRisk AI — A Decision-Support Pipeline for Early Diabetes Risk Screening</dc:title>
  <dc:subject>PptxGenJS Presentation</dc:subject>
  <dc:creator>Md Aariz</dc:creator>
  <cp:lastModifiedBy>Md Aariz</cp:lastModifiedBy>
  <cp:revision>1</cp:revision>
  <dcterms:created xsi:type="dcterms:W3CDTF">2026-05-04T12:43:21Z</dcterms:created>
  <dcterms:modified xsi:type="dcterms:W3CDTF">2026-05-04T12:43:21Z</dcterms:modified>
</cp:coreProperties>
</file>